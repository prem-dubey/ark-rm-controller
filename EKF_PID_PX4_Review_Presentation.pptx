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EKF &amp; PID Offboard Control for PX4 UAV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Aerial Robotics Kharagpur – Controls Team</a:t>
            </a:r>
          </a:p>
          <a:p/>
          <a:p>
            <a:r>
              <a:t>Goal:</a:t>
            </a:r>
          </a:p>
          <a:p>
            <a:r>
              <a:t>• Build custom EKF</a:t>
            </a:r>
          </a:p>
          <a:p>
            <a:r>
              <a:t>• Implement PID Offboard Control</a:t>
            </a:r>
          </a:p>
          <a:p>
            <a:r>
              <a:t>• Achieve stable hover in PX4 SITL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Design EKF from first principles</a:t>
            </a:r>
          </a:p>
          <a:p>
            <a:r>
              <a:t>• Fuse IMU + Altimeter</a:t>
            </a:r>
          </a:p>
          <a:p>
            <a:r>
              <a:t>• Publish state via ROS 2</a:t>
            </a:r>
          </a:p>
          <a:p>
            <a:r>
              <a:t>• Cascaded PID control</a:t>
            </a:r>
          </a:p>
          <a:p>
            <a:r>
              <a:t>• PX4 Offboard integration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PX4 SITL → IMU &amp; Altimeter</a:t>
            </a:r>
          </a:p>
          <a:p>
            <a:r>
              <a:t>↓</a:t>
            </a:r>
          </a:p>
          <a:p>
            <a:r>
              <a:t>ROS 2 EKF Node</a:t>
            </a:r>
          </a:p>
          <a:p>
            <a:r>
              <a:t>↓</a:t>
            </a:r>
          </a:p>
          <a:p>
            <a:r>
              <a:t>ROS 2 PID Controller</a:t>
            </a:r>
          </a:p>
          <a:p>
            <a:r>
              <a:t>↓</a:t>
            </a:r>
          </a:p>
          <a:p>
            <a:r>
              <a:t>PX4 Offboard Interface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Estimation &amp;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EKF State:</a:t>
            </a:r>
          </a:p>
          <a:p>
            <a:r>
              <a:t>• Roll, Pitch, Yaw-rate</a:t>
            </a:r>
          </a:p>
          <a:p>
            <a:r>
              <a:t>• Altitude, Vertical Velocity</a:t>
            </a:r>
          </a:p>
          <a:p/>
          <a:p>
            <a:r>
              <a:t>Control:</a:t>
            </a:r>
          </a:p>
          <a:p>
            <a:r>
              <a:t>• Cascaded PID</a:t>
            </a:r>
          </a:p>
          <a:p>
            <a:r>
              <a:t>• PX4 handles stabilization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Stable OFFBOARD entry</a:t>
            </a:r>
          </a:p>
          <a:p>
            <a:r>
              <a:t>• Smooth hover</a:t>
            </a:r>
          </a:p>
          <a:p>
            <a:r>
              <a:t>• Bounded covariance</a:t>
            </a:r>
          </a:p>
          <a:p>
            <a:r>
              <a:t>• No estimator divergence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Learnings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EKF = state + covariance</a:t>
            </a:r>
          </a:p>
          <a:p>
            <a:r>
              <a:t>• Accelerometer ≠ acceleration</a:t>
            </a:r>
          </a:p>
          <a:p>
            <a:r>
              <a:t>• Offboard is protocol-driven</a:t>
            </a:r>
          </a:p>
          <a:p>
            <a:r>
              <a:t>• Safety &amp; timing &gt; equations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